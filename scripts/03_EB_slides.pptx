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Edo’s Powerpoint Slides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Inspired by presentation delivered on Wednesday 30 September, 2026.</a:t>
            </a:r>
            <a:br/>
            <a:br/>
            <a:r>
              <a:rPr/>
              <a:t>psuedonym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looked for something similar in Indonesia</a:t>
            </a:r>
          </a:p>
        </p:txBody>
      </p:sp>
      <p:pic>
        <p:nvPicPr>
          <p:cNvPr descr="../figures/cross-section-drawing-Borobudur-Templ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20800"/>
            <a:ext cx="8229600" cy="313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looked for something similar in Indonesia</a:t>
            </a:r>
          </a:p>
        </p:txBody>
      </p:sp>
      <p:pic>
        <p:nvPicPr>
          <p:cNvPr descr="../figures/Borobudur_mandal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86100" y="1193800"/>
            <a:ext cx="2984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Iron Triangle of Project Management</a:t>
            </a:r>
          </a:p>
        </p:txBody>
      </p:sp>
      <p:pic>
        <p:nvPicPr>
          <p:cNvPr descr="../figures/IronTriangl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3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Translates “Strategy into Execution”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Edo’s Powerpoint Slides</dc:title>
  <dc:creator>psuedonym</dc:creator>
  <cp:keywords/>
  <dcterms:created xsi:type="dcterms:W3CDTF">2026-10-08T06:09:32Z</dcterms:created>
  <dcterms:modified xsi:type="dcterms:W3CDTF">2026-10-08T06:09:32Z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Inspired by presentation delivered on Wednesday 30 September, 2026.</vt:lpwstr>
  </property>
  <property fmtid="{D5CDD505-2E9C-101B-9397-08002B2CF9AE}" pid="10" name="toc-title">
    <vt:lpwstr>Table of contents</vt:lpwstr>
  </property>
</Properties>
</file>